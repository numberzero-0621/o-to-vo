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11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2:20:06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1478 24575,'1'7'0,"0"0"0,1 0 0,0 0 0,0 0 0,0-1 0,1 1 0,5 9 0,-2-3 0,13 25 0,26 38 0,12 23 0,-45-72 0,-1-4 0,22 35 0,-28-51 0,0 0 0,0-1 0,0 0 0,1 0 0,0 0 0,0-1 0,1 0 0,0 0 0,8 4 0,13 7 0,1-1 0,1-2 0,0-1 0,54 14 0,-43-16 0,-11-2 0,0-2 0,48 4 0,-70-9 0,0-1 0,0 0 0,0 0 0,-1-1 0,1 0 0,0 0 0,0-1 0,-1 0 0,1-1 0,-1 0 0,0 0 0,0 0 0,0-1 0,0 0 0,8-6 0,-1-3 0,-1-1 0,0 0 0,-1-1 0,-1 0 0,0 0 0,9-20 0,47-107 0,-58 121 0,168-451 0,44-99 0,-198 523 0,3 2 0,2 0 0,1 2 0,44-49 0,-18 31 0,123-104 0,-161 152 0,1 1 0,0 1 0,1 0 0,0 2 0,1 0 0,0 1 0,1 1 0,29-8 0,-14 9 0,0 1 0,0 1 0,0 2 0,46 3 0,-67 0 0,1 1 0,-1 0 0,0 1 0,18 5 0,-25-4 0,1 0 0,-1 1 0,1 0 0,-1 0 0,-1 1 0,1 0 0,-1 0 0,11 10 0,45 46 0,73 93 0,-89-98 0,249 312 0,57 66 0,-321-397 0,5 3 0,-2 2 0,-1 2 0,38 65 0,-69-103 0,1-1 0,-1 1 0,2-1 0,-1 0 0,0 0 0,1 0 0,0 0 0,0-1 0,0 0 0,1 0 0,-1 0 0,1-1 0,0 0 0,0 0 0,0-1 0,0 1 0,0-1 0,1 0 0,-1-1 0,1 0 0,0 0 0,-1 0 0,1-1 0,0 0 0,-1 0 0,11-2 0,2-1 0,1 0 0,-1-2 0,0 0 0,-1-1 0,1-1 0,-1-1 0,29-16 0,25-20 0,85-67 0,-123 83 0,-1-1 0,-1-2 0,-2-1 0,32-44 0,-34 27 0,-23 38 0,1 0 0,1 0 0,10-13 0,-15 21 0,1 0 0,0 0 0,0 1 0,0-1 0,1 1 0,-1-1 0,0 1 0,1 0 0,0 0 0,-1 1 0,1-1 0,0 1 0,0 0 0,6-2 0,9 0 0,1 1 0,0 1 0,0 1 0,0 1 0,0 0 0,0 1 0,-1 2 0,1 0 0,-1 1 0,37 14 0,-48-14 0,-1 0 0,1 1 0,-1-1 0,0 2 0,0-1 0,-1 1 0,1 0 0,-1 0 0,-1 1 0,0-1 0,0 1 0,5 11 0,-4-7 0,1-1 0,0 0 0,1 0 0,0-1 0,13 12 0,-19-19 0,0-2 0,0 1 0,1 0 0,-1 0 0,0-1 0,1 1 0,0-1 0,-1 0 0,1 0 0,0 0 0,-1 0 0,1 0 0,0 0 0,0-1 0,0 0 0,0 1 0,0-1 0,0 0 0,0 0 0,0-1 0,-1 1 0,1-1 0,0 1 0,0-1 0,0 0 0,-1 0 0,1 0 0,0 0 0,-1-1 0,5-2 0,5-5 0,0-1 0,-1 0 0,0-1 0,19-22 0,10-11 0,-32 39 0,0 0 0,0 1 0,0 0 0,1 0 0,0 1 0,0 0 0,-1 0 0,2 1 0,16-1 0,35-11 0,130-62 0,-177 69 0,0-1 0,0 0 0,-1-1 0,0-1 0,-1 0 0,0 0 0,-1-1 0,0-1 0,0 0 0,-1 0 0,8-15 0,10-19 0,41-92 0,-61 121 0,97-250 0,-86 215 0,-5 16 0,34-65 0,-40 87 0,1 1 0,0 0 0,1 0 0,0 1 0,1 0 0,0 0 0,17-12 0,-16 17 0,0 0 0,1 0 0,-1 1 0,1 1 0,1 0 0,-1 1 0,1 0 0,0 1 0,-1 0 0,1 1 0,15 1 0,-20 1 0,0 2 0,0-1 0,0 2 0,-1-1 0,1 1 0,-1 0 0,0 1 0,1-1 0,11 10 0,9 6 0,29 25 0,-20-11 0,-2 2 0,-1 1 0,54 73 0,69 133 0,-99-135 0,-4 3 0,-5 2 0,57 185 0,-71-178 0,6-1 0,73 145 0,-92-217 0,-2 1 0,-2 1 0,-3 1 0,-1 0 0,10 61 0,-25-105 0,1 0 0,0-1 0,0 1 0,0 0 0,1 0 0,0-1 0,0 1 0,0-1 0,0 0 0,1 1 0,0-1 0,0 0 0,0 0 0,0-1 0,0 1 0,5 3 0,-3-4 0,1 0 0,-1 0 0,1-1 0,0 0 0,0 0 0,0 0 0,0-1 0,1 1 0,-1-2 0,0 1 0,0-1 0,7 0 0,2 0 0,-1-2 0,1 0 0,-1 0 0,0-1 0,0-1 0,0-1 0,0 0 0,-1 0 0,13-8 0,21-13 0,44-34 0,-84 56 0,76-58 0,-3-3 0,-2-4 0,-4-3 0,74-91 0,-55 41 0,-83 107 0,-1-1 0,0-1 0,-2 0 0,1 0 0,-2 0 0,5-21 0,-8 23 0,1 0 0,0 0 0,1 1 0,0 0 0,1 0 0,1 0 0,0 1 0,1 0 0,1 0 0,11-13 0,39-44 0,4 3 0,2 2 0,4 4 0,83-59 0,-134 107 0,28-21 0,1 2 0,2 3 0,64-30 0,-106 56 0,0 1 0,0 0 0,0 0 0,0 1 0,0 0 0,0 0 0,0 0 0,1 1 0,-1 0 0,0 1 0,0-1 0,1 2 0,-1-1 0,0 1 0,0 0 0,0 0 0,-1 1 0,1-1 0,0 2 0,7 4 0,8 7 0,-1 2 0,0 0 0,-1 1 0,21 25 0,12 11 0,-20-25 0,2-2 0,1 0 0,2-3 0,0-1 0,1-2 0,1-1 0,1-3 0,1-1 0,0-2 0,61 12 0,9-5 0,131 8 0,-175-19 0,-52-6 0,0-1 0,0-1 0,0-1 0,1 0 0,23-2 0,-14-8-1365,-7-2-5461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2:20:42.8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2028 24575,'1'-9'0,"0"-1"0,1 1 0,0 0 0,5-14 0,1-6 0,35-170 0,-30 143 0,-7 37 0,-2 0 0,4-30 0,-3-51 0,-4 52 0,2 1 0,16-82 0,-10 94 0,-1 1 0,-2-1 0,-1 0 0,-2 0 0,-1 0 0,-2-1 0,-5-43 0,-10-69 0,7-239 0,9 271 0,-1 110 0,0-2 0,0-1 0,0 1 0,1 0 0,0-1 0,3-10 0,-3 17 0,-1 1 0,1-1 0,-1 1 0,1 0 0,0 0 0,-1-1 0,1 1 0,0 0 0,0 0 0,0 0 0,0-1 0,0 1 0,0 0 0,0 0 0,0 1 0,0-1 0,1 0 0,-1 0 0,0 1 0,1-1 0,-1 0 0,0 1 0,1-1 0,-1 1 0,0 0 0,1-1 0,-1 1 0,1 0 0,-1 0 0,1 0 0,-1 0 0,1 0 0,-1 0 0,1 1 0,-1-1 0,0 0 0,1 1 0,-1-1 0,2 2 0,8 2 0,-1 0 0,0 1 0,0 0 0,-1 1 0,1 0 0,-1 1 0,9 8 0,57 60 0,-60-58 0,58 67 0,102 150 0,-171-228 0,19 24 0,-23-29 0,1-1 0,-1 1 0,1-1 0,-1 1 0,1-1 0,-1 0 0,1 1 0,-1-1 0,1 0 0,-1 1 0,1-1 0,0 0 0,-1 0 0,1 1 0,-1-1 0,1 0 0,0 0 0,-1 0 0,1 0 0,0 0 0,-1 0 0,1 0 0,0 0 0,-1 0 0,1 0 0,-1-1 0,1 1 0,0 0 0,-1 0 0,1 0 0,-1-1 0,1 1 0,-1 0 0,1-1 0,0 1 0,-1-1 0,0 1 0,1 0 0,-1-1 0,1 1 0,-1-1 0,1 1 0,-1-1 0,0 0 0,1 1 0,-1-1 0,0 1 0,0-1 0,1 0 0,2-7 0,0 0 0,0 0 0,-1 0 0,0 0 0,-1 0 0,2-15 0,-1-55 0,-3 51 0,-1-22 0,1 34 0,0 0 0,1 0 0,0 0 0,2 0 0,4-27 0,-5 41 0,-1-1 0,0 1 0,1-1 0,-1 1 0,1 0 0,0-1 0,-1 1 0,1 0 0,0-1 0,0 1 0,0 0 0,0 0 0,0 0 0,0 0 0,0 0 0,0 0 0,0 0 0,0 0 0,0 0 0,1 1 0,-1-1 0,0 0 0,1 1 0,-1-1 0,1 1 0,-1-1 0,1 1 0,-1 0 0,0 0 0,1-1 0,-1 1 0,1 0 0,-1 0 0,3 1 0,3 0 0,0 2 0,1-1 0,-1 1 0,0 0 0,11 6 0,9 4 0,12-1 0,0-2 0,44 6 0,-50-10 0,30 2 0,-51-8 0,1 2 0,0-1 0,-1 1 0,1 1 0,-1 0 0,0 1 0,0 0 0,0 1 0,15 8 0,6 11 0,0 2 0,-2 1 0,42 46 0,-44-42 0,2-1 0,1-2 0,40 29 0,-71-57 0,0 1 0,0 0 0,1 0 0,-1 0 0,0-1 0,1 1 0,-1-1 0,1 1 0,-1-1 0,1 1 0,-1-1 0,1 0 0,-1 0 0,1 1 0,-1-1 0,1-1 0,2 1 0,-3 0 0,0-1 0,0 1 0,0-1 0,0 1 0,0-1 0,-1 0 0,1 1 0,0-1 0,0 0 0,0 0 0,-1 0 0,1 0 0,0 1 0,-1-1 0,1 0 0,-1 0 0,1 0 0,0-2 0,1-6 0,1 0 0,-2 0 0,1 0 0,-1 0 0,-1-9 0,2-6 0,3-6 0,-3 11 0,0 0 0,2 0 0,0 0 0,1 0 0,1 1 0,1 0 0,11-23 0,-16 38 0,1 0 0,-1 0 0,1 0 0,-1 1 0,1-1 0,0 1 0,0-1 0,0 1 0,0 0 0,0 0 0,1 0 0,-1 0 0,0 1 0,1 0 0,0-1 0,-1 1 0,1 0 0,0 1 0,-1-1 0,1 1 0,0-1 0,0 1 0,0 0 0,-1 1 0,1-1 0,0 1 0,4 1 0,9 2 0,-1 1 0,0 1 0,0 1 0,24 13 0,-36-18 0,44 21 0,0-3 0,1-2 0,0-2 0,99 18 0,-136-32 0,-1-1 0,1 1 0,0-2 0,0 0 0,0 0 0,0-1 0,23-5 0,-28 4 0,-1 0 0,0-1 0,0 1 0,0-1 0,0-1 0,0 1 0,0-1 0,-1 0 0,0 0 0,0-1 0,0 1 0,0-1 0,-1 0 0,1-1 0,4-8 0,-1-1 0,0 0 0,-1 0 0,-1 0 0,-1-1 0,5-18 0,-10 30 0,1 1 0,0-1 0,1 0 0,-1 1 0,1 0 0,-1-1 0,1 1 0,0 0 0,0 0 0,1 0 0,-1 0 0,1 0 0,-1 1 0,1-1 0,0 1 0,0 0 0,0 0 0,0 0 0,0 0 0,0 0 0,1 0 0,-1 1 0,1 0 0,-1 0 0,1 0 0,-1 0 0,1 0 0,0 1 0,-1-1 0,5 1 0,0 0 0,-1 1 0,0 0 0,1 0 0,-1 1 0,0 0 0,0 0 0,0 1 0,0 0 0,0 0 0,0 0 0,-1 1 0,1 0 0,-1 0 0,8 8 0,61 57 0,106 126 0,-154-162 0,-2 2 0,-1 1 0,-2 0 0,-2 2 0,-1 0 0,22 66 0,-25-45 0,-3 1 0,9 100 0,-15-122 0,1 0 0,1 0 0,3-1 0,1 0 0,26 52 0,3 11 0,-35-79 0,-1 0 0,-1 1 0,-2-1 0,0 1 0,1 32 0,-2-16 0,23 94 0,-25-127 0,1-1 0,0 1 0,0 0 0,0 0 0,0 0 0,1-1 0,-1 1 0,1-1 0,0 1 0,1-1 0,-1 0 0,1 0 0,0 0 0,0 0 0,0 0 0,1 0 0,-1-1 0,1 0 0,0 0 0,0 0 0,0 0 0,0 0 0,0-1 0,1 0 0,-1 0 0,1 0 0,8 2 0,5 2 0,0-1 0,0-1 0,0-1 0,34 2 0,77-6 0,-79-1 0,-50 2 0,9 0 0,-1 0 0,1-1 0,0 0 0,10-3 0,-16 4 0,-1-1 0,0 0 0,1 0 0,-1 0 0,0 0 0,0-1 0,0 1 0,0 0 0,0-1 0,0 0 0,0 1 0,0-1 0,-1 0 0,1 0 0,-1 0 0,1 0 0,-1 0 0,0 0 0,2-4 0,4-14 0,-5 14 0,1 0 0,-1-1 0,1 1 0,7-11 0,-8 14 0,0 1 0,1 0 0,-1 0 0,0-1 0,1 2 0,-1-1 0,1 0 0,-1 0 0,1 1 0,0 0 0,0-1 0,0 1 0,0 0 0,4-1 0,12-1 0,0 1 0,0 1 0,0 0 0,0 1 0,23 4 0,-21-2 0,0-1 0,1-1 0,31-4 0,-49 3 0,0 0 0,0 0 0,0-1 0,0 0 0,0 0 0,-1 0 0,1 0 0,-1 0 0,1-1 0,-1 1 0,0-1 0,0 0 0,0 0 0,0 0 0,-1-1 0,1 1 0,-1-1 0,0 1 0,0-1 0,2-4 0,3-10 0,0 0 0,-1 0 0,4-20 0,-7 26 0,7-42 0,-2-1 0,-3 1 0,-1-58 0,-1 19 0,2 41 0,21-91 0,-15 96 0,-2 0 0,4-74 0,-10 75 0,3 0 0,1 0 0,18-55 0,-11 42 0,2 4 0,-10 35 0,0 0 0,4-35 0,-9 43 0,0 0 0,1-1 0,0 1 0,1 0 0,1 0 0,-1 0 0,2 1 0,0-1 0,0 1 0,9-13 0,-12 22 0,-1 0 0,1 1 0,-1-1 0,1 1 0,0 0 0,-1-1 0,1 1 0,0 0 0,0 0 0,0 0 0,0 0 0,0 1 0,0-1 0,0 0 0,0 1 0,0-1 0,0 1 0,0 0 0,1 0 0,-1 0 0,0 0 0,4 1 0,1 0 0,0 1 0,0 0 0,0 0 0,0 1 0,-1 0 0,11 6 0,28 19 0,0 3 0,-2 1 0,58 57 0,111 131 0,-194-200 0,-8-9 0,-5-5 0,1 0 0,0 1 0,0-2 0,0 1 0,0-1 0,1 0 0,12 7 0,-19-12 0,1 0 0,0 1 0,-1-1 0,1 0 0,0 0 0,-1 0 0,1 0 0,0 1 0,0-1 0,-1 0 0,1 0 0,0 0 0,0 0 0,-1-1 0,1 1 0,0 0 0,0 0 0,-1 0 0,1-1 0,0 1 0,-1 0 0,1-1 0,0 1 0,-1 0 0,1-1 0,-1 1 0,2-2 0,-1 1 0,0-1 0,1 0 0,-1 0 0,0 0 0,-1 0 0,1 0 0,0 0 0,0 0 0,-1 0 0,1-2 0,2-53 0,-3 52 0,-7-117 0,3 55 0,5-90 0,0 147 0,0-1 0,1 1 0,0 0 0,1 0 0,0 0 0,5-10 0,-7 18 0,0 0 0,0 0 0,0 0 0,0 0 0,0 0 0,0 0 0,0 0 0,1 1 0,-1-1 0,1 0 0,0 1 0,-1-1 0,1 1 0,0 0 0,0-1 0,0 1 0,0 0 0,0 0 0,0 0 0,0 1 0,0-1 0,0 0 0,0 1 0,1-1 0,-1 1 0,0 0 0,0 0 0,1 0 0,-1 0 0,0 0 0,0 0 0,1 0 0,1 2 0,9 2 0,0 1 0,-1 1 0,0 0 0,15 12 0,-17-12 0,-1 0 0,1 0 0,0-1 0,0 0 0,1-1 0,0 0 0,18 4 0,-15-7 0,0 0 0,1-1 0,-1 0 0,1-1 0,-1-1 0,0 0 0,0-1 0,0-1 0,0 0 0,18-8 0,13-9 0,69-43 0,-97 54 0,57-39 0,31-18 0,-89 59 0,0 0 0,1 0 0,-1 1 0,30-6 0,-38 11 0,1 1 0,-1 1 0,0-1 0,1 2 0,-1-1 0,1 1 0,-1 0 0,0 1 0,0 0 0,1 0 0,-1 1 0,-1 0 0,1 0 0,0 1 0,9 5 0,-5-1 0,0 1 0,0 0 0,-1 0 0,0 1 0,0 1 0,-1 0 0,16 23 0,-20-26 0,-1 0 0,2 0 0,-1-1 0,1 0 0,0 0 0,0 0 0,1-1 0,0 0 0,14 7 0,-18-11 0,1 0 0,-1 0 0,1 0 0,0-1 0,-1 0 0,1 0 0,0 0 0,0 0 0,0-1 0,0 0 0,-1 0 0,1 0 0,0-1 0,0 1 0,0-1 0,0-1 0,-1 1 0,1 0 0,-1-1 0,1 0 0,4-3 0,9-7 0,0-1 0,0 0 0,-2-1 0,0-1 0,16-19 0,-15 15 0,2 1 0,0 0 0,24-16 0,-38 31 0,43-30 0,80-40 0,-113 66 0,1 0 0,-1 1 0,1 1 0,0 0 0,1 1 0,-1 1 0,1 1 0,0 0 0,-1 1 0,19 1 0,-28 1 0,0 1 0,-1 0 0,1 0 0,-1 0 0,1 1 0,-1 0 0,0 0 0,0 0 0,0 1 0,-1 0 0,1 0 0,-1 0 0,0 1 0,0 0 0,-1 0 0,9 11 0,3 6 0,-1 2 0,20 43 0,-16-26 0,-3 1 0,-1 1 0,-2 0 0,10 61 0,-10-52 0,1 0 0,41 91 0,-30-83 0,22 82 0,69 209 0,-45-154 0,-53-153 0,43 80 0,-33-72 0,-24-44 0,0 1 0,1-1 0,0 1 0,1-1 0,0-1 0,0 1 0,0-1 0,1 0 0,0 0 0,1-1 0,-1 0 0,1-1 0,1 1 0,-1-1 0,0-1 0,1 0 0,0 0 0,0 0 0,19 3 0,8 1 0,-1 1 0,0 2 0,-1 1 0,0 2 0,-1 2 0,-1 0 0,60 42 0,-84-52 0,1 0 0,-1 0 0,1-1 0,0-1 0,1 1 0,-1-1 0,1-1 0,0 0 0,-1 0 0,1-1 0,1-1 0,-1 1 0,0-2 0,0 1 0,0-1 0,1-1 0,-1 0 0,0 0 0,0-1 0,0 0 0,11-5 0,12-4 0,-1 0 0,2 3 0,-1 0 0,1 3 0,0 0 0,52 1 0,-69 4 0,1 0 0,-1-1 0,20-4 0,-31 4 0,0-1 0,0 0 0,1 0 0,-2-1 0,1 1 0,0-1 0,0-1 0,-1 1 0,0-1 0,0 0 0,9-8 0,0-2 0,1 2 0,0 0 0,1 0 0,0 2 0,1 0 0,0 1 0,0 0 0,19-5 0,-30 11 0,0 0 0,-1-1 0,0 1 0,0-1 0,0 0 0,0-1 0,0 1 0,-1-1 0,0 0 0,0 0 0,0 0 0,-1 0 0,0-1 0,0 1 0,5-13 0,2-9 0,-2 0 0,8-39 0,-4 11 0,21-44 0,55-117 0,-7 23 0,44-111 0,-52 134 0,-47 101 0,22-46 0,-34 81 0,-11 25 0,0 1 0,0 0 0,1 0 0,10-14 0,-14 21 0,2-1 0,-1 1 0,0 0 0,0 0 0,0 0 0,0 0 0,1 0 0,-1 0 0,0 1 0,1-1 0,-1 0 0,1 1 0,-1-1 0,1 1 0,-1-1 0,1 1 0,-1 0 0,1 0 0,-1-1 0,1 1 0,0 0 0,-1 1 0,1-1 0,-1 0 0,1 0 0,1 1 0,5 1 0,0 1 0,0 0 0,-1 1 0,8 4 0,-8-4 0,32 19 0,-1 2 0,-1 1 0,-2 2 0,49 49 0,119 146 0,-182-199 0,33 47 0,-37-47 0,35 38 0,-52-62 0,0 0 0,0 1 0,1-1 0,-1 0 0,0 0 0,0 1 0,0-1 0,1 0 0,-1 0 0,0 0 0,0 1 0,0-1 0,1 0 0,-1 0 0,0 0 0,1 0 0,-1 0 0,0 1 0,0-1 0,1 0 0,-1 0 0,0 0 0,1 0 0,-1 0 0,0 0 0,0 0 0,1 0 0,-1 0 0,0 0 0,1 0 0,-1 0 0,0 0 0,0-1 0,1 1 0,-1 0 0,0 0 0,0 0 0,1 0 0,-1 0 0,0 0 0,1-1 0,3-14 0,-4-26 0,0 37 0,-8-114 0,1 35 0,7-135 0,0 213 0,0 1 0,1-1 0,-1 1 0,1-1 0,0 1 0,1 0 0,-1-1 0,1 1 0,0 0 0,0 0 0,0 0 0,0 0 0,1 1 0,4-7 0,-3 7 0,0 1 0,0-1 0,0 1 0,0-1 0,0 1 0,0 0 0,1 1 0,-1-1 0,1 1 0,-1 0 0,1 0 0,-1 0 0,1 0 0,7 1 0,15-1 0,-1 2 0,0 1 0,46 9 0,79 27 0,-107-24 0,1-2 0,1-3 0,-1-1 0,62 3 0,-98-11 0,1 0 0,0 0 0,0-1 0,0 0 0,-1-1 0,1 0 0,-1 0 0,1-1 0,-1 0 0,0-1 0,0 0 0,0-1 0,-1 1 0,0-2 0,0 1 0,0-1 0,14-13 0,-16 12 0,1 0 0,0 1 0,0 0 0,0 1 0,1 0 0,12-7 0,-17 11 0,-1 0 0,1 0 0,0 1 0,0-1 0,0 1 0,0-1 0,0 1 0,0 0 0,0 0 0,0 0 0,0 0 0,0 1 0,0-1 0,0 1 0,0 0 0,-1-1 0,1 1 0,0 1 0,0-1 0,-1 0 0,1 1 0,-1-1 0,4 4 0,1 1 0,0-1 0,-1 2 0,0-1 0,0 1 0,-1 0 0,1 0 0,4 11 0,28 60 0,-26-49 0,67 166 0,14 33 0,-47-137 0,-14-28 0,-2 1 0,26 80 0,-36-62 0,-15-56 0,1 0 0,1-1 0,1 0 0,13 24 0,4 4 0,-2 0 0,30 104 0,-35-105-1365,-11-32-5461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D9326-8878-394D-C944-9BC850D79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767348-CFAD-32A3-9042-B10EF28CF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6B1CA-FA25-F4D0-4295-A1358543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DCC974-7C16-068D-2ED5-0A1EDE77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1779BD-2757-3BEF-123A-43773435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07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FF90B5-F22E-180C-3083-1A0C886A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F69BA9-646E-DB55-D3E4-92DFF3A64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34449E-BDA8-B16D-0E79-6460083F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82EE10-3A08-3F6F-9802-E7BC4557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6EC80-67D3-E062-5130-9354EF6C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7880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05337-1050-CEED-5A7E-805C0BEB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345621-FEBF-D346-D584-BB447D02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439554-0BA0-8ACD-B857-41495500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91FD23-95FD-52CF-EAED-2CB7E5BC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DC6A17-E069-6D8D-42E3-DCF5DAE4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42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4AA9C-E078-2817-5000-B5CCB31D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ADD609-1397-6368-07B4-473E510DD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2E6E3F-4133-B0F1-88D7-AAB9FCAE6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729FEF-1AB2-60AA-FDDB-71166ED9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71E0E-9778-373F-1CD6-CAAE874C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2E3593-6A29-8B31-DE7E-B93BCB77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25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D37E5-B341-726C-FBCC-A412170A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E07EBD-5B4E-0A62-924C-9B83A2DDD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A4D1BE-AA06-993F-AC84-0C8E35F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0AD631-1107-5E35-D8D9-064174052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F0647D-697E-FF0F-B573-3B7754687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611DC8-1295-78AB-2869-28BEE096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D1928A0-FD0D-A648-64E3-B1C591F2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6C8249-04FC-D684-F8C4-47067C3D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98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553F5B-7CFB-3F53-2425-EFDE1B37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5F1091-298D-4231-B09F-ACF77902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690328-F7B7-9E12-519B-4D2330A9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C125DB-D62E-1EAD-8D2E-B3C137AE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70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258EF8-FAE4-A394-9847-94FCBE36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EC8C6D-2078-C176-3247-C9564F1B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1F4E1A-BD7F-0F46-840B-1EA07B7E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76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A3A5A-CA1B-A345-D795-1D4C6D2E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1825F9-6FF7-F46C-CD17-2D21C7DAD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0D6841-4464-A73A-01C8-67D72BE2A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B4A1BA-8047-3985-1693-DCF07944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3FFC8F-0072-75D2-7B36-06332BC4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FEC3C9-6AE2-3451-D55A-2C349A71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16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7A214-1C1C-D2B2-A3AF-2988BC7E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06423A-6DA0-5174-A985-5DF2E7482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62354C-687B-EC53-C5CE-9934C99EE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13D81-E657-9A8B-D94C-4D6DC193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1A9E6A-8C38-3C35-0BCE-4B8E904F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00B9F-6E3C-7CED-43F9-057F1EF5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45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0A428-7911-4791-9F73-F990451B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D583A2-B2A4-507B-754C-37298C310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2B78A6-4731-0A3C-506C-434A6DB5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AE8F45-0B73-12B1-A6E7-5D0AAC2F3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E4E92-1CCA-1F14-93B1-8ECBF214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80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3B0AF7-50A8-5BBF-7477-EEED906AD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2965E6-4686-6366-CC9D-E1D3BBC06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547B51-7271-6FD2-C348-E2E366E8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BDEB4D-8B05-3776-25E1-3F955154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75D88B-EB76-5038-837B-DF4162DE7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23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B90114-DDFF-BEED-773B-DF3C46C1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E7DE14-095D-E960-DAB3-5F0D93AEB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9864F7-0D55-5000-3463-9A185B3BE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E1676-B359-4BBB-BD64-AD19A6993398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995460-37D6-98BD-3CB3-811FC1143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F5EB6C-3A82-6EE8-30EE-52A20BE31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419CD-2A0D-457E-B92E-7B0C20161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0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svg"/><Relationship Id="rId18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image" Target="../media/image1.svg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7.svg"/><Relationship Id="rId4" Type="http://schemas.openxmlformats.org/officeDocument/2006/relationships/customXml" Target="../ink/ink1.xml"/><Relationship Id="rId9" Type="http://schemas.openxmlformats.org/officeDocument/2006/relationships/image" Target="../media/image6.sv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F7415F1C-CA99-F2A3-5F39-4E9D9B3B187E}"/>
              </a:ext>
            </a:extLst>
          </p:cNvPr>
          <p:cNvSpPr/>
          <p:nvPr/>
        </p:nvSpPr>
        <p:spPr>
          <a:xfrm>
            <a:off x="11357758" y="324814"/>
            <a:ext cx="462936" cy="288643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✕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7A8A880-4610-763E-E202-955B33B23296}"/>
              </a:ext>
            </a:extLst>
          </p:cNvPr>
          <p:cNvSpPr/>
          <p:nvPr/>
        </p:nvSpPr>
        <p:spPr>
          <a:xfrm>
            <a:off x="364067" y="325967"/>
            <a:ext cx="11463866" cy="6206066"/>
          </a:xfrm>
          <a:prstGeom prst="roundRect">
            <a:avLst>
              <a:gd name="adj" fmla="val 275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6904316-6187-B82F-49C1-0D1238A6D324}"/>
              </a:ext>
            </a:extLst>
          </p:cNvPr>
          <p:cNvSpPr/>
          <p:nvPr/>
        </p:nvSpPr>
        <p:spPr>
          <a:xfrm>
            <a:off x="364027" y="4846319"/>
            <a:ext cx="11463863" cy="1685713"/>
          </a:xfrm>
          <a:prstGeom prst="roundRect">
            <a:avLst>
              <a:gd name="adj" fmla="val 1007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グラフィックス 7" descr="音声 枠線">
            <a:extLst>
              <a:ext uri="{FF2B5EF4-FFF2-40B4-BE49-F238E27FC236}">
                <a16:creationId xmlns:a16="http://schemas.microsoft.com/office/drawing/2014/main" id="{B4A74160-A322-64CD-7BCF-470ED8823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5933" y="5388803"/>
            <a:ext cx="1808480" cy="1107440"/>
          </a:xfrm>
          <a:prstGeom prst="rect">
            <a:avLst/>
          </a:prstGeom>
        </p:spPr>
      </p:pic>
      <p:pic>
        <p:nvPicPr>
          <p:cNvPr id="9" name="グラフィックス 8" descr="音声 枠線">
            <a:extLst>
              <a:ext uri="{FF2B5EF4-FFF2-40B4-BE49-F238E27FC236}">
                <a16:creationId xmlns:a16="http://schemas.microsoft.com/office/drawing/2014/main" id="{8A11019C-0A83-E365-5DFD-2C163001E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3453" y="5388803"/>
            <a:ext cx="1808480" cy="1107440"/>
          </a:xfrm>
          <a:prstGeom prst="rect">
            <a:avLst/>
          </a:prstGeom>
        </p:spPr>
      </p:pic>
      <p:pic>
        <p:nvPicPr>
          <p:cNvPr id="10" name="グラフィックス 9" descr="音声 枠線">
            <a:extLst>
              <a:ext uri="{FF2B5EF4-FFF2-40B4-BE49-F238E27FC236}">
                <a16:creationId xmlns:a16="http://schemas.microsoft.com/office/drawing/2014/main" id="{45D5AF2B-9DD9-7E0F-D28B-D42318287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1386" y="5388803"/>
            <a:ext cx="1808480" cy="1107440"/>
          </a:xfrm>
          <a:prstGeom prst="rect">
            <a:avLst/>
          </a:prstGeom>
        </p:spPr>
      </p:pic>
      <p:pic>
        <p:nvPicPr>
          <p:cNvPr id="11" name="グラフィックス 10" descr="音声 枠線">
            <a:extLst>
              <a:ext uri="{FF2B5EF4-FFF2-40B4-BE49-F238E27FC236}">
                <a16:creationId xmlns:a16="http://schemas.microsoft.com/office/drawing/2014/main" id="{C4086D98-E2E1-5384-83D1-CF78C88948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9866" y="5388803"/>
            <a:ext cx="1808480" cy="1107440"/>
          </a:xfrm>
          <a:prstGeom prst="rect">
            <a:avLst/>
          </a:prstGeom>
        </p:spPr>
      </p:pic>
      <p:pic>
        <p:nvPicPr>
          <p:cNvPr id="12" name="グラフィックス 11" descr="音声 枠線">
            <a:extLst>
              <a:ext uri="{FF2B5EF4-FFF2-40B4-BE49-F238E27FC236}">
                <a16:creationId xmlns:a16="http://schemas.microsoft.com/office/drawing/2014/main" id="{6DBAE578-9BC2-786F-BAEB-907BA480A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8346" y="5388803"/>
            <a:ext cx="1808480" cy="1107440"/>
          </a:xfrm>
          <a:prstGeom prst="rect">
            <a:avLst/>
          </a:prstGeom>
        </p:spPr>
      </p:pic>
      <p:pic>
        <p:nvPicPr>
          <p:cNvPr id="13" name="グラフィックス 12" descr="音声 枠線">
            <a:extLst>
              <a:ext uri="{FF2B5EF4-FFF2-40B4-BE49-F238E27FC236}">
                <a16:creationId xmlns:a16="http://schemas.microsoft.com/office/drawing/2014/main" id="{50554542-B4E8-67E7-32FC-D58F0B514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1966"/>
          <a:stretch>
            <a:fillRect/>
          </a:stretch>
        </p:blipFill>
        <p:spPr>
          <a:xfrm>
            <a:off x="10876279" y="5388803"/>
            <a:ext cx="868681" cy="1107440"/>
          </a:xfrm>
          <a:prstGeom prst="rect">
            <a:avLst/>
          </a:prstGeom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578E333-31E6-5878-CF0E-9F8613766A58}"/>
              </a:ext>
            </a:extLst>
          </p:cNvPr>
          <p:cNvCxnSpPr>
            <a:cxnSpLocks/>
          </p:cNvCxnSpPr>
          <p:nvPr/>
        </p:nvCxnSpPr>
        <p:spPr>
          <a:xfrm flipV="1">
            <a:off x="2550160" y="6452788"/>
            <a:ext cx="9105052" cy="2032"/>
          </a:xfrm>
          <a:prstGeom prst="line">
            <a:avLst/>
          </a:prstGeom>
          <a:ln w="5715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DCFDE77-899B-63A1-1258-B6BB3C63B395}"/>
              </a:ext>
            </a:extLst>
          </p:cNvPr>
          <p:cNvSpPr txBox="1"/>
          <p:nvPr/>
        </p:nvSpPr>
        <p:spPr>
          <a:xfrm>
            <a:off x="2621279" y="6532033"/>
            <a:ext cx="213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↑スクロールバー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EE1C7DD-5C88-5415-9ED8-C66EC79959AC}"/>
              </a:ext>
            </a:extLst>
          </p:cNvPr>
          <p:cNvCxnSpPr>
            <a:cxnSpLocks/>
          </p:cNvCxnSpPr>
          <p:nvPr/>
        </p:nvCxnSpPr>
        <p:spPr>
          <a:xfrm>
            <a:off x="2174239" y="4846321"/>
            <a:ext cx="0" cy="1685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E67E612-9470-BD80-2578-D4A74988F9E0}"/>
              </a:ext>
            </a:extLst>
          </p:cNvPr>
          <p:cNvSpPr txBox="1"/>
          <p:nvPr/>
        </p:nvSpPr>
        <p:spPr>
          <a:xfrm>
            <a:off x="662516" y="5607697"/>
            <a:ext cx="1811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ノート</a:t>
            </a:r>
            <a:endParaRPr kumimoji="1" lang="en-US" altLang="ja-JP" dirty="0"/>
          </a:p>
          <a:p>
            <a:r>
              <a:rPr kumimoji="1" lang="ja-JP" altLang="en-US" dirty="0"/>
              <a:t>ピッチ</a:t>
            </a:r>
            <a:endParaRPr kumimoji="1" lang="en-US" altLang="ja-JP" dirty="0"/>
          </a:p>
          <a:p>
            <a:r>
              <a:rPr kumimoji="1" lang="ja-JP" altLang="en-US" dirty="0"/>
              <a:t>ダイナミクス</a:t>
            </a:r>
          </a:p>
        </p:txBody>
      </p:sp>
      <p:pic>
        <p:nvPicPr>
          <p:cNvPr id="40" name="グラフィックス 39" descr="チェックマークを付けたチェック ボックス 枠線">
            <a:extLst>
              <a:ext uri="{FF2B5EF4-FFF2-40B4-BE49-F238E27FC236}">
                <a16:creationId xmlns:a16="http://schemas.microsoft.com/office/drawing/2014/main" id="{330CFF64-F319-0F21-1535-BDD55F01C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765" y="5594276"/>
            <a:ext cx="372196" cy="372196"/>
          </a:xfrm>
          <a:prstGeom prst="rect">
            <a:avLst/>
          </a:prstGeom>
        </p:spPr>
      </p:pic>
      <p:pic>
        <p:nvPicPr>
          <p:cNvPr id="41" name="グラフィックス 40" descr="チェックマークを付けたチェック ボックス 枠線">
            <a:extLst>
              <a:ext uri="{FF2B5EF4-FFF2-40B4-BE49-F238E27FC236}">
                <a16:creationId xmlns:a16="http://schemas.microsoft.com/office/drawing/2014/main" id="{FF091FC5-519A-47CE-5992-28B7E970D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648" y="5858095"/>
            <a:ext cx="372196" cy="372196"/>
          </a:xfrm>
          <a:prstGeom prst="rect">
            <a:avLst/>
          </a:prstGeom>
        </p:spPr>
      </p:pic>
      <p:pic>
        <p:nvPicPr>
          <p:cNvPr id="42" name="グラフィックス 41" descr="チェックマークを付けたチェック ボックス 枠線">
            <a:extLst>
              <a:ext uri="{FF2B5EF4-FFF2-40B4-BE49-F238E27FC236}">
                <a16:creationId xmlns:a16="http://schemas.microsoft.com/office/drawing/2014/main" id="{A130DB27-0606-9A19-5AEF-F6DAE9CCA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648" y="6131612"/>
            <a:ext cx="372196" cy="372196"/>
          </a:xfrm>
          <a:prstGeom prst="rect">
            <a:avLst/>
          </a:prstGeom>
        </p:spPr>
      </p:pic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3E47B64-75FD-5337-6B56-066C10098266}"/>
              </a:ext>
            </a:extLst>
          </p:cNvPr>
          <p:cNvSpPr/>
          <p:nvPr/>
        </p:nvSpPr>
        <p:spPr>
          <a:xfrm>
            <a:off x="3563979" y="5623115"/>
            <a:ext cx="1178133" cy="282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</a:rPr>
              <a:t>い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EDD5432-5F5F-62EE-5876-CDE1A5A794CE}"/>
              </a:ext>
            </a:extLst>
          </p:cNvPr>
          <p:cNvSpPr txBox="1"/>
          <p:nvPr/>
        </p:nvSpPr>
        <p:spPr>
          <a:xfrm>
            <a:off x="2174238" y="5311141"/>
            <a:ext cx="9261547" cy="380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1.1</a:t>
            </a:r>
            <a:r>
              <a:rPr lang="ja-JP" altLang="en-US" dirty="0"/>
              <a:t>　　　　</a:t>
            </a:r>
            <a:r>
              <a:rPr lang="en-US" altLang="ja-JP" dirty="0"/>
              <a:t>1.2</a:t>
            </a:r>
            <a:r>
              <a:rPr lang="ja-JP" altLang="en-US" dirty="0"/>
              <a:t>　　　　</a:t>
            </a:r>
            <a:r>
              <a:rPr lang="en-US" altLang="ja-JP" dirty="0"/>
              <a:t>1.3</a:t>
            </a:r>
            <a:r>
              <a:rPr lang="ja-JP" altLang="en-US" dirty="0"/>
              <a:t>　　　　</a:t>
            </a:r>
            <a:r>
              <a:rPr lang="en-US" altLang="ja-JP" dirty="0"/>
              <a:t>1.4</a:t>
            </a:r>
            <a:r>
              <a:rPr lang="ja-JP" altLang="en-US" dirty="0"/>
              <a:t>　　　　</a:t>
            </a:r>
            <a:r>
              <a:rPr lang="en-US" altLang="ja-JP" dirty="0"/>
              <a:t>2.1…</a:t>
            </a:r>
            <a:endParaRPr kumimoji="1" lang="ja-JP" altLang="en-US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7617384-4024-4A24-F097-B8047EFD9D98}"/>
              </a:ext>
            </a:extLst>
          </p:cNvPr>
          <p:cNvSpPr/>
          <p:nvPr/>
        </p:nvSpPr>
        <p:spPr>
          <a:xfrm>
            <a:off x="2384385" y="5908107"/>
            <a:ext cx="1178133" cy="282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F7DF9B5-C275-9063-BC3A-44889C3126F5}"/>
              </a:ext>
            </a:extLst>
          </p:cNvPr>
          <p:cNvCxnSpPr>
            <a:cxnSpLocks/>
          </p:cNvCxnSpPr>
          <p:nvPr/>
        </p:nvCxnSpPr>
        <p:spPr>
          <a:xfrm>
            <a:off x="2275839" y="6454820"/>
            <a:ext cx="1422401" cy="0"/>
          </a:xfrm>
          <a:prstGeom prst="line">
            <a:avLst/>
          </a:prstGeom>
          <a:ln w="889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5" name="インク 74">
                <a:extLst>
                  <a:ext uri="{FF2B5EF4-FFF2-40B4-BE49-F238E27FC236}">
                    <a16:creationId xmlns:a16="http://schemas.microsoft.com/office/drawing/2014/main" id="{3A2817AC-D405-32A5-B38C-306564642ADF}"/>
                  </a:ext>
                </a:extLst>
              </p14:cNvPr>
              <p14:cNvContentPartPr/>
              <p14:nvPr/>
            </p14:nvContentPartPr>
            <p14:xfrm>
              <a:off x="5069547" y="5496492"/>
              <a:ext cx="3724920" cy="765720"/>
            </p14:xfrm>
          </p:contentPart>
        </mc:Choice>
        <mc:Fallback>
          <p:pic>
            <p:nvPicPr>
              <p:cNvPr id="75" name="インク 74">
                <a:extLst>
                  <a:ext uri="{FF2B5EF4-FFF2-40B4-BE49-F238E27FC236}">
                    <a16:creationId xmlns:a16="http://schemas.microsoft.com/office/drawing/2014/main" id="{3A2817AC-D405-32A5-B38C-306564642A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0547" y="5487852"/>
                <a:ext cx="374256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6" name="インク 75">
                <a:extLst>
                  <a:ext uri="{FF2B5EF4-FFF2-40B4-BE49-F238E27FC236}">
                    <a16:creationId xmlns:a16="http://schemas.microsoft.com/office/drawing/2014/main" id="{327050A4-A526-CC86-428A-C87803591006}"/>
                  </a:ext>
                </a:extLst>
              </p14:cNvPr>
              <p14:cNvContentPartPr/>
              <p14:nvPr/>
            </p14:nvContentPartPr>
            <p14:xfrm>
              <a:off x="5439987" y="5611948"/>
              <a:ext cx="4325760" cy="743760"/>
            </p14:xfrm>
          </p:contentPart>
        </mc:Choice>
        <mc:Fallback>
          <p:pic>
            <p:nvPicPr>
              <p:cNvPr id="76" name="インク 75">
                <a:extLst>
                  <a:ext uri="{FF2B5EF4-FFF2-40B4-BE49-F238E27FC236}">
                    <a16:creationId xmlns:a16="http://schemas.microsoft.com/office/drawing/2014/main" id="{327050A4-A526-CC86-428A-C878035910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30987" y="5602948"/>
                <a:ext cx="4343400" cy="76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C3DAEC93-A7F6-1B3F-1D93-BA6C873E3690}"/>
              </a:ext>
            </a:extLst>
          </p:cNvPr>
          <p:cNvCxnSpPr/>
          <p:nvPr/>
        </p:nvCxnSpPr>
        <p:spPr>
          <a:xfrm>
            <a:off x="364067" y="613458"/>
            <a:ext cx="114638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C5F1D545-9F22-1C78-AE9D-BFC0E69B6F91}"/>
              </a:ext>
            </a:extLst>
          </p:cNvPr>
          <p:cNvSpPr txBox="1"/>
          <p:nvPr/>
        </p:nvSpPr>
        <p:spPr>
          <a:xfrm>
            <a:off x="364028" y="315789"/>
            <a:ext cx="1221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O-To-Vo</a:t>
            </a:r>
            <a:endParaRPr kumimoji="1" lang="ja-JP" altLang="en-US" sz="1600" dirty="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D2CBF10-2424-CCEC-EAFA-0B00C5CA4A03}"/>
              </a:ext>
            </a:extLst>
          </p:cNvPr>
          <p:cNvSpPr txBox="1"/>
          <p:nvPr/>
        </p:nvSpPr>
        <p:spPr>
          <a:xfrm>
            <a:off x="10136221" y="323544"/>
            <a:ext cx="1025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―</a:t>
            </a:r>
            <a:r>
              <a:rPr kumimoji="1" lang="ja-JP" altLang="en-US" sz="1600" dirty="0"/>
              <a:t>　　□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A0160898-4BB3-77DF-1FB3-7DF6BCD7B5FF}"/>
              </a:ext>
            </a:extLst>
          </p:cNvPr>
          <p:cNvCxnSpPr/>
          <p:nvPr/>
        </p:nvCxnSpPr>
        <p:spPr>
          <a:xfrm flipV="1">
            <a:off x="7149823" y="613457"/>
            <a:ext cx="0" cy="42328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317DC98D-D529-70ED-3CDB-083F9850F8A0}"/>
              </a:ext>
            </a:extLst>
          </p:cNvPr>
          <p:cNvCxnSpPr>
            <a:cxnSpLocks/>
          </p:cNvCxnSpPr>
          <p:nvPr/>
        </p:nvCxnSpPr>
        <p:spPr>
          <a:xfrm flipH="1">
            <a:off x="7149823" y="945435"/>
            <a:ext cx="4680599" cy="98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A66F9A40-06F2-DFC0-32FB-7BEC8B1A87A2}"/>
              </a:ext>
            </a:extLst>
          </p:cNvPr>
          <p:cNvSpPr txBox="1"/>
          <p:nvPr/>
        </p:nvSpPr>
        <p:spPr>
          <a:xfrm>
            <a:off x="7153925" y="616764"/>
            <a:ext cx="1242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出力ログ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07938A7-9277-59F6-7097-AF1DAB870B0D}"/>
              </a:ext>
            </a:extLst>
          </p:cNvPr>
          <p:cNvSpPr txBox="1"/>
          <p:nvPr/>
        </p:nvSpPr>
        <p:spPr>
          <a:xfrm>
            <a:off x="7145722" y="942128"/>
            <a:ext cx="450949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変換処理を開始します: C:/Users/user/Downloads/O-To-Vo_テスト用/Tell Your World.wav</a:t>
            </a:r>
          </a:p>
          <a:p>
            <a:r>
              <a:rPr lang="ja-JP" altLang="en-US" sz="900" dirty="0"/>
              <a:t>BPM(テンポ)を自動推定中...</a:t>
            </a:r>
          </a:p>
          <a:p>
            <a:r>
              <a:rPr lang="ja-JP" altLang="en-US" sz="900" dirty="0"/>
              <a:t>推定されたBPM: 152.0</a:t>
            </a:r>
          </a:p>
          <a:p>
            <a:r>
              <a:rPr lang="ja-JP" altLang="en-US" sz="900" dirty="0"/>
              <a:t>WhisperXモデル(large-v3) および アライメントモデル(vumichien/wav2vec2-large-xlsr-japanese-hiragana) をロード中...</a:t>
            </a:r>
          </a:p>
          <a:p>
            <a:r>
              <a:rPr lang="ja-JP" altLang="en-US" sz="900" dirty="0"/>
              <a:t>使用デバイス: cpu (int8)</a:t>
            </a: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A1529875-B057-A3D0-826F-009091735760}"/>
              </a:ext>
            </a:extLst>
          </p:cNvPr>
          <p:cNvCxnSpPr>
            <a:cxnSpLocks/>
          </p:cNvCxnSpPr>
          <p:nvPr/>
        </p:nvCxnSpPr>
        <p:spPr>
          <a:xfrm flipV="1">
            <a:off x="11769895" y="1099223"/>
            <a:ext cx="0" cy="1320233"/>
          </a:xfrm>
          <a:prstGeom prst="line">
            <a:avLst/>
          </a:prstGeom>
          <a:ln w="5715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BD45D898-120E-9015-08A3-311F3E9D6B70}"/>
              </a:ext>
            </a:extLst>
          </p:cNvPr>
          <p:cNvCxnSpPr>
            <a:cxnSpLocks/>
          </p:cNvCxnSpPr>
          <p:nvPr/>
        </p:nvCxnSpPr>
        <p:spPr>
          <a:xfrm flipH="1">
            <a:off x="11769895" y="1040647"/>
            <a:ext cx="4104" cy="626918"/>
          </a:xfrm>
          <a:prstGeom prst="line">
            <a:avLst/>
          </a:prstGeom>
          <a:ln w="889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66EC7145-5599-A9BA-1E69-50764494FBD9}"/>
              </a:ext>
            </a:extLst>
          </p:cNvPr>
          <p:cNvCxnSpPr>
            <a:cxnSpLocks/>
          </p:cNvCxnSpPr>
          <p:nvPr/>
        </p:nvCxnSpPr>
        <p:spPr>
          <a:xfrm flipH="1">
            <a:off x="2174238" y="5232809"/>
            <a:ext cx="96464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2D649AFB-8668-37A0-C859-4A4101BF2D46}"/>
              </a:ext>
            </a:extLst>
          </p:cNvPr>
          <p:cNvCxnSpPr>
            <a:cxnSpLocks/>
          </p:cNvCxnSpPr>
          <p:nvPr/>
        </p:nvCxnSpPr>
        <p:spPr>
          <a:xfrm flipV="1">
            <a:off x="11739235" y="5470082"/>
            <a:ext cx="7615" cy="966906"/>
          </a:xfrm>
          <a:prstGeom prst="line">
            <a:avLst/>
          </a:prstGeom>
          <a:ln w="5715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A34A46FF-BD01-41A7-AFC0-2FE6A0612690}"/>
              </a:ext>
            </a:extLst>
          </p:cNvPr>
          <p:cNvCxnSpPr>
            <a:cxnSpLocks/>
          </p:cNvCxnSpPr>
          <p:nvPr/>
        </p:nvCxnSpPr>
        <p:spPr>
          <a:xfrm flipH="1">
            <a:off x="11743183" y="5455175"/>
            <a:ext cx="2633" cy="362494"/>
          </a:xfrm>
          <a:prstGeom prst="line">
            <a:avLst/>
          </a:prstGeom>
          <a:ln w="889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グラフィックス 116" descr="再生 単色塗りつぶし">
            <a:extLst>
              <a:ext uri="{FF2B5EF4-FFF2-40B4-BE49-F238E27FC236}">
                <a16:creationId xmlns:a16="http://schemas.microsoft.com/office/drawing/2014/main" id="{EE345199-AE14-AF40-5634-3B5C4B6868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4761" y="4876199"/>
            <a:ext cx="337532" cy="302704"/>
          </a:xfrm>
          <a:prstGeom prst="rect">
            <a:avLst/>
          </a:prstGeom>
        </p:spPr>
      </p:pic>
      <p:pic>
        <p:nvPicPr>
          <p:cNvPr id="118" name="グラフィックス 117" descr="再生 単色塗りつぶし">
            <a:extLst>
              <a:ext uri="{FF2B5EF4-FFF2-40B4-BE49-F238E27FC236}">
                <a16:creationId xmlns:a16="http://schemas.microsoft.com/office/drawing/2014/main" id="{7A246151-B0A5-902F-2E03-7DADA1E7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2346024" y="4878948"/>
            <a:ext cx="273958" cy="307615"/>
          </a:xfrm>
          <a:prstGeom prst="rect">
            <a:avLst/>
          </a:prstGeom>
        </p:spPr>
      </p:pic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8BD9B9F-F01B-E75B-AE30-F2CC8B227465}"/>
              </a:ext>
            </a:extLst>
          </p:cNvPr>
          <p:cNvCxnSpPr>
            <a:cxnSpLocks/>
          </p:cNvCxnSpPr>
          <p:nvPr/>
        </p:nvCxnSpPr>
        <p:spPr>
          <a:xfrm>
            <a:off x="2379830" y="4914839"/>
            <a:ext cx="0" cy="2298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ED95AA57-1F02-611C-568E-532A83DCBE9E}"/>
              </a:ext>
            </a:extLst>
          </p:cNvPr>
          <p:cNvSpPr txBox="1"/>
          <p:nvPr/>
        </p:nvSpPr>
        <p:spPr>
          <a:xfrm>
            <a:off x="2983110" y="4846743"/>
            <a:ext cx="392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■</a:t>
            </a: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1A3608EE-08E7-1E21-9541-C08ABAD99684}"/>
              </a:ext>
            </a:extLst>
          </p:cNvPr>
          <p:cNvSpPr txBox="1"/>
          <p:nvPr/>
        </p:nvSpPr>
        <p:spPr>
          <a:xfrm>
            <a:off x="8239464" y="4888381"/>
            <a:ext cx="3626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ja-JP" altLang="en-US" sz="1400" dirty="0">
                <a:solidFill>
                  <a:schemeClr val="tx1"/>
                </a:solidFill>
              </a:rPr>
              <a:t>変換後の音声イメージ　　元の音声</a:t>
            </a:r>
          </a:p>
        </p:txBody>
      </p:sp>
      <p:pic>
        <p:nvPicPr>
          <p:cNvPr id="125" name="グラフィックス 124" descr="チェックマークを付けたチェック ボックス 枠線">
            <a:extLst>
              <a:ext uri="{FF2B5EF4-FFF2-40B4-BE49-F238E27FC236}">
                <a16:creationId xmlns:a16="http://schemas.microsoft.com/office/drawing/2014/main" id="{303AD100-7726-A393-637B-65FEE75E1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9110" y="4842841"/>
            <a:ext cx="372196" cy="372196"/>
          </a:xfrm>
          <a:prstGeom prst="rect">
            <a:avLst/>
          </a:prstGeom>
        </p:spPr>
      </p:pic>
      <p:pic>
        <p:nvPicPr>
          <p:cNvPr id="126" name="グラフィックス 125" descr="チェックマークを付けたチェック ボックス 枠線">
            <a:extLst>
              <a:ext uri="{FF2B5EF4-FFF2-40B4-BE49-F238E27FC236}">
                <a16:creationId xmlns:a16="http://schemas.microsoft.com/office/drawing/2014/main" id="{CD0EEF16-A5DF-02BD-AD48-A26D11826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6834" y="4852829"/>
            <a:ext cx="372196" cy="372196"/>
          </a:xfrm>
          <a:prstGeom prst="rect">
            <a:avLst/>
          </a:prstGeom>
        </p:spPr>
      </p:pic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239E0C73-C89E-CCC2-E5D4-570F0AE01F86}"/>
              </a:ext>
            </a:extLst>
          </p:cNvPr>
          <p:cNvSpPr/>
          <p:nvPr/>
        </p:nvSpPr>
        <p:spPr>
          <a:xfrm>
            <a:off x="9842640" y="4409782"/>
            <a:ext cx="1634883" cy="362083"/>
          </a:xfrm>
          <a:prstGeom prst="roundRect">
            <a:avLst>
              <a:gd name="adj" fmla="val 2264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ファイル出力</a:t>
            </a:r>
          </a:p>
        </p:txBody>
      </p: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F7624786-07CB-DAD3-A3E4-04BBE520C579}"/>
              </a:ext>
            </a:extLst>
          </p:cNvPr>
          <p:cNvSpPr/>
          <p:nvPr/>
        </p:nvSpPr>
        <p:spPr>
          <a:xfrm>
            <a:off x="5970775" y="797867"/>
            <a:ext cx="984503" cy="316669"/>
          </a:xfrm>
          <a:prstGeom prst="roundRect">
            <a:avLst>
              <a:gd name="adj" fmla="val 226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参照</a:t>
            </a:r>
            <a:r>
              <a:rPr kumimoji="1" lang="en-US" altLang="ja-JP" sz="1400" dirty="0">
                <a:solidFill>
                  <a:schemeClr val="tx1"/>
                </a:solidFill>
              </a:rPr>
              <a:t>…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5F6B5E8F-499A-9B36-22C2-F53CF316DF99}"/>
              </a:ext>
            </a:extLst>
          </p:cNvPr>
          <p:cNvSpPr/>
          <p:nvPr/>
        </p:nvSpPr>
        <p:spPr>
          <a:xfrm>
            <a:off x="5970775" y="1176839"/>
            <a:ext cx="984503" cy="316669"/>
          </a:xfrm>
          <a:prstGeom prst="roundRect">
            <a:avLst>
              <a:gd name="adj" fmla="val 226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保存先</a:t>
            </a:r>
            <a:r>
              <a:rPr kumimoji="1" lang="en-US" altLang="ja-JP" sz="1400" dirty="0">
                <a:solidFill>
                  <a:schemeClr val="tx1"/>
                </a:solidFill>
              </a:rPr>
              <a:t>…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0" name="四角形: 角を丸くする 129">
            <a:extLst>
              <a:ext uri="{FF2B5EF4-FFF2-40B4-BE49-F238E27FC236}">
                <a16:creationId xmlns:a16="http://schemas.microsoft.com/office/drawing/2014/main" id="{D6513EE9-0793-3AA3-0DAB-F8B69DBEE243}"/>
              </a:ext>
            </a:extLst>
          </p:cNvPr>
          <p:cNvSpPr/>
          <p:nvPr/>
        </p:nvSpPr>
        <p:spPr>
          <a:xfrm>
            <a:off x="2149814" y="797867"/>
            <a:ext cx="3748828" cy="31666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</a:rPr>
              <a:t>C:/Users/user/Downloads/O-To-Vo_</a:t>
            </a:r>
            <a:r>
              <a:rPr lang="ja-JP" altLang="en-US" sz="1400" dirty="0">
                <a:solidFill>
                  <a:schemeClr val="tx1"/>
                </a:solidFill>
              </a:rPr>
              <a:t>テス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1" name="四角形: 角を丸くする 130">
            <a:extLst>
              <a:ext uri="{FF2B5EF4-FFF2-40B4-BE49-F238E27FC236}">
                <a16:creationId xmlns:a16="http://schemas.microsoft.com/office/drawing/2014/main" id="{309BA729-302E-8167-CADD-5DC1A7E8AF8E}"/>
              </a:ext>
            </a:extLst>
          </p:cNvPr>
          <p:cNvSpPr/>
          <p:nvPr/>
        </p:nvSpPr>
        <p:spPr>
          <a:xfrm>
            <a:off x="2149414" y="1176839"/>
            <a:ext cx="3748828" cy="31666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</a:rPr>
              <a:t>C:/Users/user/Downloads/O-To-Vo_</a:t>
            </a:r>
            <a:r>
              <a:rPr lang="ja-JP" altLang="en-US" sz="1400" dirty="0">
                <a:solidFill>
                  <a:schemeClr val="tx1"/>
                </a:solidFill>
              </a:rPr>
              <a:t>テス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59F3346B-AF6A-2820-1A9E-AA117CE6F4CA}"/>
              </a:ext>
            </a:extLst>
          </p:cNvPr>
          <p:cNvSpPr txBox="1"/>
          <p:nvPr/>
        </p:nvSpPr>
        <p:spPr>
          <a:xfrm>
            <a:off x="389114" y="730667"/>
            <a:ext cx="1814209" cy="7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ja-JP" altLang="en-US" sz="1600" dirty="0"/>
              <a:t>入力音声：</a:t>
            </a:r>
            <a:endParaRPr kumimoji="1" lang="en-US" altLang="ja-JP" sz="1600" dirty="0"/>
          </a:p>
          <a:p>
            <a:pPr algn="r">
              <a:lnSpc>
                <a:spcPct val="150000"/>
              </a:lnSpc>
            </a:pPr>
            <a:r>
              <a:rPr lang="ja-JP" altLang="en-US" sz="1600" dirty="0"/>
              <a:t>出力ファイル：</a:t>
            </a:r>
            <a:endParaRPr kumimoji="1" lang="ja-JP" altLang="en-US" sz="1600" dirty="0"/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D5A0C15B-82EA-F3D7-E0F1-55AD456C7147}"/>
              </a:ext>
            </a:extLst>
          </p:cNvPr>
          <p:cNvCxnSpPr>
            <a:cxnSpLocks/>
          </p:cNvCxnSpPr>
          <p:nvPr/>
        </p:nvCxnSpPr>
        <p:spPr>
          <a:xfrm>
            <a:off x="7149823" y="2541547"/>
            <a:ext cx="467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29392939-CC06-84CF-9516-221B7102D972}"/>
              </a:ext>
            </a:extLst>
          </p:cNvPr>
          <p:cNvSpPr txBox="1"/>
          <p:nvPr/>
        </p:nvSpPr>
        <p:spPr>
          <a:xfrm>
            <a:off x="9419544" y="2561002"/>
            <a:ext cx="1864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出力フォーマット</a:t>
            </a: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5C440F32-3DAF-118E-8977-1E63F6DBD43F}"/>
              </a:ext>
            </a:extLst>
          </p:cNvPr>
          <p:cNvSpPr txBox="1"/>
          <p:nvPr/>
        </p:nvSpPr>
        <p:spPr>
          <a:xfrm>
            <a:off x="9434590" y="2852548"/>
            <a:ext cx="1751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sz="1600" dirty="0"/>
              <a:t>MIDI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1600" dirty="0"/>
              <a:t>MusicXML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sz="1600" dirty="0" err="1"/>
              <a:t>Vsqx</a:t>
            </a:r>
            <a:endParaRPr kumimoji="1" lang="en-US" altLang="ja-JP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sz="1600" dirty="0"/>
              <a:t>Ust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ja-JP" sz="1600" dirty="0"/>
              <a:t>Ccs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en-US" altLang="ja-JP" sz="1600" dirty="0" err="1"/>
              <a:t>Svp</a:t>
            </a:r>
            <a:endParaRPr kumimoji="1" lang="ja-JP" altLang="en-US" sz="1600" dirty="0"/>
          </a:p>
        </p:txBody>
      </p:sp>
      <p:pic>
        <p:nvPicPr>
          <p:cNvPr id="141" name="グラフィックス 140" descr="繰り返し 枠線">
            <a:extLst>
              <a:ext uri="{FF2B5EF4-FFF2-40B4-BE49-F238E27FC236}">
                <a16:creationId xmlns:a16="http://schemas.microsoft.com/office/drawing/2014/main" id="{D4C9476D-5576-3F65-D608-2C90B4E2B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1541" y="4876105"/>
            <a:ext cx="309198" cy="309198"/>
          </a:xfrm>
          <a:prstGeom prst="rect">
            <a:avLst/>
          </a:prstGeom>
        </p:spPr>
      </p:pic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FB69AD5C-2288-924B-1FDB-1E626BDEB3AC}"/>
              </a:ext>
            </a:extLst>
          </p:cNvPr>
          <p:cNvSpPr txBox="1"/>
          <p:nvPr/>
        </p:nvSpPr>
        <p:spPr>
          <a:xfrm>
            <a:off x="4154880" y="4905112"/>
            <a:ext cx="43343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BPM</a:t>
            </a:r>
            <a:r>
              <a:rPr kumimoji="1" lang="ja-JP" altLang="en-US" sz="1100" dirty="0"/>
              <a:t>：</a:t>
            </a:r>
            <a:r>
              <a:rPr kumimoji="1" lang="en-US" altLang="ja-JP" sz="1100" dirty="0"/>
              <a:t>120</a:t>
            </a:r>
            <a:r>
              <a:rPr kumimoji="1" lang="ja-JP" altLang="en-US" sz="1100" dirty="0"/>
              <a:t>　　拍子：</a:t>
            </a:r>
            <a:r>
              <a:rPr kumimoji="1" lang="en-US" altLang="ja-JP" sz="1100" dirty="0"/>
              <a:t>4/4</a:t>
            </a:r>
            <a:r>
              <a:rPr lang="ja-JP" altLang="en-US" sz="1100" dirty="0"/>
              <a:t>　　トランスポーズ：</a:t>
            </a:r>
            <a:r>
              <a:rPr lang="en-US" altLang="ja-JP" sz="1100" dirty="0"/>
              <a:t>-12 -1 </a:t>
            </a:r>
            <a:r>
              <a:rPr lang="ja-JP" altLang="en-US" sz="1100" dirty="0"/>
              <a:t>□ </a:t>
            </a:r>
            <a:r>
              <a:rPr lang="en-US" altLang="ja-JP" sz="1100" dirty="0"/>
              <a:t>+1 +12</a:t>
            </a:r>
            <a:r>
              <a:rPr kumimoji="1" lang="ja-JP" altLang="en-US" sz="1100" dirty="0"/>
              <a:t>　</a:t>
            </a:r>
          </a:p>
        </p:txBody>
      </p:sp>
      <p:pic>
        <p:nvPicPr>
          <p:cNvPr id="150" name="グラフィックス 149" descr="鉛筆 単色塗りつぶし">
            <a:extLst>
              <a:ext uri="{FF2B5EF4-FFF2-40B4-BE49-F238E27FC236}">
                <a16:creationId xmlns:a16="http://schemas.microsoft.com/office/drawing/2014/main" id="{4A1BBDC5-F958-770A-4D5E-F8AC0DF04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818" y="4861803"/>
            <a:ext cx="350018" cy="350018"/>
          </a:xfrm>
          <a:prstGeom prst="rect">
            <a:avLst/>
          </a:prstGeom>
        </p:spPr>
      </p:pic>
      <p:pic>
        <p:nvPicPr>
          <p:cNvPr id="152" name="グラフィックス 151" descr="カーソル 単色塗りつぶし">
            <a:extLst>
              <a:ext uri="{FF2B5EF4-FFF2-40B4-BE49-F238E27FC236}">
                <a16:creationId xmlns:a16="http://schemas.microsoft.com/office/drawing/2014/main" id="{38922C41-93F7-9087-0919-B47AE601C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556" y="4872872"/>
            <a:ext cx="380738" cy="380738"/>
          </a:xfrm>
          <a:prstGeom prst="rect">
            <a:avLst/>
          </a:prstGeom>
        </p:spPr>
      </p:pic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F12BEA0D-6909-30B1-B60E-2A42DB00109A}"/>
              </a:ext>
            </a:extLst>
          </p:cNvPr>
          <p:cNvCxnSpPr>
            <a:cxnSpLocks/>
          </p:cNvCxnSpPr>
          <p:nvPr/>
        </p:nvCxnSpPr>
        <p:spPr>
          <a:xfrm>
            <a:off x="1132566" y="4914744"/>
            <a:ext cx="225786" cy="232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9" name="グラフィックス 158" descr="消しゴム 単色塗りつぶし">
            <a:extLst>
              <a:ext uri="{FF2B5EF4-FFF2-40B4-BE49-F238E27FC236}">
                <a16:creationId xmlns:a16="http://schemas.microsoft.com/office/drawing/2014/main" id="{489EC4F8-465C-A852-0DA1-BB25A9538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6165" y="4839741"/>
            <a:ext cx="365690" cy="365690"/>
          </a:xfrm>
          <a:prstGeom prst="rect">
            <a:avLst/>
          </a:prstGeom>
        </p:spPr>
      </p:pic>
      <p:pic>
        <p:nvPicPr>
          <p:cNvPr id="161" name="グラフィックス 160" descr="リンク 単色塗りつぶし">
            <a:extLst>
              <a:ext uri="{FF2B5EF4-FFF2-40B4-BE49-F238E27FC236}">
                <a16:creationId xmlns:a16="http://schemas.microsoft.com/office/drawing/2014/main" id="{7BABFB66-39BF-7AE2-3388-941C28BE6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74706" y="4858152"/>
            <a:ext cx="347279" cy="347279"/>
          </a:xfrm>
          <a:prstGeom prst="rect">
            <a:avLst/>
          </a:prstGeom>
        </p:spPr>
      </p:pic>
      <p:pic>
        <p:nvPicPr>
          <p:cNvPr id="165" name="グラフィックス 164" descr="更新 単色塗りつぶし">
            <a:extLst>
              <a:ext uri="{FF2B5EF4-FFF2-40B4-BE49-F238E27FC236}">
                <a16:creationId xmlns:a16="http://schemas.microsoft.com/office/drawing/2014/main" id="{32BDA234-00B5-F084-CA6C-9DD76DECBC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44329" y="5260417"/>
            <a:ext cx="347279" cy="347279"/>
          </a:xfrm>
          <a:prstGeom prst="rect">
            <a:avLst/>
          </a:prstGeom>
        </p:spPr>
      </p:pic>
      <p:pic>
        <p:nvPicPr>
          <p:cNvPr id="167" name="グラフィックス 166" descr="更新 単色塗りつぶし">
            <a:extLst>
              <a:ext uri="{FF2B5EF4-FFF2-40B4-BE49-F238E27FC236}">
                <a16:creationId xmlns:a16="http://schemas.microsoft.com/office/drawing/2014/main" id="{33532361-A35B-36F7-0327-479F411C26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68811" y="5263690"/>
            <a:ext cx="330586" cy="330586"/>
          </a:xfrm>
          <a:prstGeom prst="rect">
            <a:avLst/>
          </a:prstGeom>
        </p:spPr>
      </p:pic>
      <p:cxnSp>
        <p:nvCxnSpPr>
          <p:cNvPr id="178" name="直線コネクタ 177">
            <a:extLst>
              <a:ext uri="{FF2B5EF4-FFF2-40B4-BE49-F238E27FC236}">
                <a16:creationId xmlns:a16="http://schemas.microsoft.com/office/drawing/2014/main" id="{ACA6CF35-D218-6C85-3B0D-D073A7296952}"/>
              </a:ext>
            </a:extLst>
          </p:cNvPr>
          <p:cNvCxnSpPr>
            <a:cxnSpLocks/>
          </p:cNvCxnSpPr>
          <p:nvPr/>
        </p:nvCxnSpPr>
        <p:spPr>
          <a:xfrm flipH="1" flipV="1">
            <a:off x="7145722" y="2872004"/>
            <a:ext cx="4697597" cy="1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>
            <a:extLst>
              <a:ext uri="{FF2B5EF4-FFF2-40B4-BE49-F238E27FC236}">
                <a16:creationId xmlns:a16="http://schemas.microsoft.com/office/drawing/2014/main" id="{8272559D-BDC7-DB72-6077-9DBE585058D0}"/>
              </a:ext>
            </a:extLst>
          </p:cNvPr>
          <p:cNvCxnSpPr>
            <a:cxnSpLocks/>
          </p:cNvCxnSpPr>
          <p:nvPr/>
        </p:nvCxnSpPr>
        <p:spPr>
          <a:xfrm flipV="1">
            <a:off x="366924" y="5234408"/>
            <a:ext cx="1801559" cy="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6" name="グラフィックス 195" descr="テーブル 単色塗りつぶし">
            <a:extLst>
              <a:ext uri="{FF2B5EF4-FFF2-40B4-BE49-F238E27FC236}">
                <a16:creationId xmlns:a16="http://schemas.microsoft.com/office/drawing/2014/main" id="{839B7B43-B979-8BED-A710-911C80CD6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296" y="5197254"/>
            <a:ext cx="356262" cy="497279"/>
          </a:xfrm>
          <a:prstGeom prst="rect">
            <a:avLst/>
          </a:prstGeom>
        </p:spPr>
      </p:pic>
      <p:pic>
        <p:nvPicPr>
          <p:cNvPr id="198" name="グラフィックス 197" descr="メトロノーム 単色塗りつぶし">
            <a:extLst>
              <a:ext uri="{FF2B5EF4-FFF2-40B4-BE49-F238E27FC236}">
                <a16:creationId xmlns:a16="http://schemas.microsoft.com/office/drawing/2014/main" id="{C3AAE7E7-2D91-B5F0-0ED6-A0ED62066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7901" y="5266892"/>
            <a:ext cx="350314" cy="350314"/>
          </a:xfrm>
          <a:prstGeom prst="rect">
            <a:avLst/>
          </a:prstGeom>
        </p:spPr>
      </p:pic>
      <p:cxnSp>
        <p:nvCxnSpPr>
          <p:cNvPr id="201" name="直線コネクタ 200">
            <a:extLst>
              <a:ext uri="{FF2B5EF4-FFF2-40B4-BE49-F238E27FC236}">
                <a16:creationId xmlns:a16="http://schemas.microsoft.com/office/drawing/2014/main" id="{1D899170-6928-E703-D488-28FD9EC1C21D}"/>
              </a:ext>
            </a:extLst>
          </p:cNvPr>
          <p:cNvCxnSpPr>
            <a:cxnSpLocks/>
          </p:cNvCxnSpPr>
          <p:nvPr/>
        </p:nvCxnSpPr>
        <p:spPr>
          <a:xfrm flipV="1">
            <a:off x="9426102" y="2541547"/>
            <a:ext cx="0" cy="2311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テキスト ボックス 208">
            <a:extLst>
              <a:ext uri="{FF2B5EF4-FFF2-40B4-BE49-F238E27FC236}">
                <a16:creationId xmlns:a16="http://schemas.microsoft.com/office/drawing/2014/main" id="{A2A45469-A91A-9BD4-D9A9-4262580A9F2C}"/>
              </a:ext>
            </a:extLst>
          </p:cNvPr>
          <p:cNvSpPr txBox="1"/>
          <p:nvPr/>
        </p:nvSpPr>
        <p:spPr>
          <a:xfrm>
            <a:off x="7155144" y="2545119"/>
            <a:ext cx="1864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出力設定</a:t>
            </a:r>
          </a:p>
        </p:txBody>
      </p:sp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E428E6F0-367C-EF6E-FA67-ED3452ECDE2A}"/>
              </a:ext>
            </a:extLst>
          </p:cNvPr>
          <p:cNvSpPr txBox="1"/>
          <p:nvPr/>
        </p:nvSpPr>
        <p:spPr>
          <a:xfrm>
            <a:off x="7170148" y="2901772"/>
            <a:ext cx="2237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600" dirty="0"/>
              <a:t>ダイナミクスを</a:t>
            </a:r>
            <a:br>
              <a:rPr lang="en-US" altLang="ja-JP" sz="1600" dirty="0"/>
            </a:br>
            <a:r>
              <a:rPr lang="ja-JP" altLang="en-US" sz="1600" dirty="0"/>
              <a:t>反映させる</a:t>
            </a:r>
            <a:br>
              <a:rPr lang="en-US" altLang="ja-JP" sz="1600" dirty="0"/>
            </a:br>
            <a:r>
              <a:rPr lang="ja-JP" altLang="en-US" sz="1600" dirty="0"/>
              <a:t>　</a:t>
            </a:r>
            <a:r>
              <a:rPr kumimoji="1" lang="ja-JP" altLang="en-US" sz="1600" dirty="0"/>
              <a:t>感度</a:t>
            </a:r>
            <a:r>
              <a:rPr kumimoji="1" lang="en-US" altLang="ja-JP" sz="1600" dirty="0"/>
              <a:t>(0-100)</a:t>
            </a:r>
            <a:r>
              <a:rPr kumimoji="1" lang="ja-JP" altLang="en-US" sz="1600" dirty="0"/>
              <a:t>：□</a:t>
            </a:r>
            <a:endParaRPr kumimoji="1" lang="en-US" altLang="ja-JP" sz="1600" dirty="0"/>
          </a:p>
        </p:txBody>
      </p:sp>
      <p:sp>
        <p:nvSpPr>
          <p:cNvPr id="211" name="四角形: 角を丸くする 210">
            <a:extLst>
              <a:ext uri="{FF2B5EF4-FFF2-40B4-BE49-F238E27FC236}">
                <a16:creationId xmlns:a16="http://schemas.microsoft.com/office/drawing/2014/main" id="{C72FB37E-0BF4-6F0C-53C4-D606B69340A1}"/>
              </a:ext>
            </a:extLst>
          </p:cNvPr>
          <p:cNvSpPr/>
          <p:nvPr/>
        </p:nvSpPr>
        <p:spPr>
          <a:xfrm>
            <a:off x="5591385" y="4400054"/>
            <a:ext cx="1450561" cy="362083"/>
          </a:xfrm>
          <a:prstGeom prst="roundRect">
            <a:avLst>
              <a:gd name="adj" fmla="val 22648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データ</a:t>
            </a:r>
            <a:r>
              <a:rPr kumimoji="1" lang="ja-JP" altLang="en-US" dirty="0">
                <a:solidFill>
                  <a:schemeClr val="tx1"/>
                </a:solidFill>
              </a:rPr>
              <a:t>変換</a:t>
            </a:r>
          </a:p>
        </p:txBody>
      </p:sp>
      <p:sp>
        <p:nvSpPr>
          <p:cNvPr id="212" name="四角形: 角を丸くする 211">
            <a:extLst>
              <a:ext uri="{FF2B5EF4-FFF2-40B4-BE49-F238E27FC236}">
                <a16:creationId xmlns:a16="http://schemas.microsoft.com/office/drawing/2014/main" id="{F58069A8-A248-5E97-6209-06338A66AEAB}"/>
              </a:ext>
            </a:extLst>
          </p:cNvPr>
          <p:cNvSpPr/>
          <p:nvPr/>
        </p:nvSpPr>
        <p:spPr>
          <a:xfrm>
            <a:off x="487901" y="1913233"/>
            <a:ext cx="6543137" cy="2033479"/>
          </a:xfrm>
          <a:prstGeom prst="roundRect">
            <a:avLst>
              <a:gd name="adj" fmla="val 844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3" name="直線コネクタ 212">
            <a:extLst>
              <a:ext uri="{FF2B5EF4-FFF2-40B4-BE49-F238E27FC236}">
                <a16:creationId xmlns:a16="http://schemas.microsoft.com/office/drawing/2014/main" id="{8CAE4171-DE71-428E-03D7-B9D4D16F46E0}"/>
              </a:ext>
            </a:extLst>
          </p:cNvPr>
          <p:cNvCxnSpPr>
            <a:cxnSpLocks/>
            <a:stCxn id="212" idx="2"/>
            <a:endCxn id="212" idx="0"/>
          </p:cNvCxnSpPr>
          <p:nvPr/>
        </p:nvCxnSpPr>
        <p:spPr>
          <a:xfrm flipV="1">
            <a:off x="3759470" y="1913233"/>
            <a:ext cx="0" cy="20334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直線コネクタ 215">
            <a:extLst>
              <a:ext uri="{FF2B5EF4-FFF2-40B4-BE49-F238E27FC236}">
                <a16:creationId xmlns:a16="http://schemas.microsoft.com/office/drawing/2014/main" id="{1EAC0CE0-174E-4293-C236-6EA1BA48A9FA}"/>
              </a:ext>
            </a:extLst>
          </p:cNvPr>
          <p:cNvCxnSpPr>
            <a:cxnSpLocks/>
          </p:cNvCxnSpPr>
          <p:nvPr/>
        </p:nvCxnSpPr>
        <p:spPr>
          <a:xfrm>
            <a:off x="487901" y="2227634"/>
            <a:ext cx="6543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C844B634-F3CB-6002-F6FD-3465A2C8AEBC}"/>
              </a:ext>
            </a:extLst>
          </p:cNvPr>
          <p:cNvSpPr txBox="1"/>
          <p:nvPr/>
        </p:nvSpPr>
        <p:spPr>
          <a:xfrm>
            <a:off x="536788" y="1930533"/>
            <a:ext cx="1000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元の歌詞</a:t>
            </a:r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6B9A55DD-376E-C878-2F42-719596DCAFAB}"/>
              </a:ext>
            </a:extLst>
          </p:cNvPr>
          <p:cNvSpPr txBox="1"/>
          <p:nvPr/>
        </p:nvSpPr>
        <p:spPr>
          <a:xfrm>
            <a:off x="3736487" y="1916144"/>
            <a:ext cx="2878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変換プレビュー（編集不可）</a:t>
            </a:r>
            <a:endParaRPr kumimoji="1" lang="ja-JP" altLang="en-US" sz="1600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9608C4D3-298D-258E-8E7B-874ABB59215B}"/>
              </a:ext>
            </a:extLst>
          </p:cNvPr>
          <p:cNvSpPr txBox="1"/>
          <p:nvPr/>
        </p:nvSpPr>
        <p:spPr>
          <a:xfrm>
            <a:off x="493920" y="2290939"/>
            <a:ext cx="2409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君に伝えたいことが</a:t>
            </a:r>
            <a:endParaRPr lang="en-US" altLang="ja-JP" sz="1600" dirty="0"/>
          </a:p>
          <a:p>
            <a:r>
              <a:rPr lang="ja-JP" altLang="en-US" sz="1600" dirty="0"/>
              <a:t>君に届けたいことが</a:t>
            </a:r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A31B132D-DE7E-8CF5-5EAB-96E5F0878D8B}"/>
              </a:ext>
            </a:extLst>
          </p:cNvPr>
          <p:cNvSpPr txBox="1"/>
          <p:nvPr/>
        </p:nvSpPr>
        <p:spPr>
          <a:xfrm>
            <a:off x="3783966" y="2290939"/>
            <a:ext cx="2828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きみにつたえたいことが</a:t>
            </a:r>
          </a:p>
          <a:p>
            <a:r>
              <a:rPr lang="ja-JP" altLang="en-US" sz="1600" dirty="0"/>
              <a:t>きみにとどけたいことが</a:t>
            </a:r>
          </a:p>
        </p:txBody>
      </p:sp>
      <p:cxnSp>
        <p:nvCxnSpPr>
          <p:cNvPr id="224" name="直線コネクタ 223">
            <a:extLst>
              <a:ext uri="{FF2B5EF4-FFF2-40B4-BE49-F238E27FC236}">
                <a16:creationId xmlns:a16="http://schemas.microsoft.com/office/drawing/2014/main" id="{4E07AA01-6D0C-1571-6E1A-7094228EB08C}"/>
              </a:ext>
            </a:extLst>
          </p:cNvPr>
          <p:cNvCxnSpPr>
            <a:cxnSpLocks/>
          </p:cNvCxnSpPr>
          <p:nvPr/>
        </p:nvCxnSpPr>
        <p:spPr>
          <a:xfrm flipV="1">
            <a:off x="6915180" y="2388799"/>
            <a:ext cx="0" cy="1473082"/>
          </a:xfrm>
          <a:prstGeom prst="line">
            <a:avLst/>
          </a:prstGeom>
          <a:ln w="57150"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線コネクタ 224">
            <a:extLst>
              <a:ext uri="{FF2B5EF4-FFF2-40B4-BE49-F238E27FC236}">
                <a16:creationId xmlns:a16="http://schemas.microsoft.com/office/drawing/2014/main" id="{51A887DB-E55D-ED18-1021-5E37B408A740}"/>
              </a:ext>
            </a:extLst>
          </p:cNvPr>
          <p:cNvCxnSpPr>
            <a:cxnSpLocks/>
          </p:cNvCxnSpPr>
          <p:nvPr/>
        </p:nvCxnSpPr>
        <p:spPr>
          <a:xfrm flipH="1">
            <a:off x="6915180" y="2330223"/>
            <a:ext cx="4104" cy="626918"/>
          </a:xfrm>
          <a:prstGeom prst="line">
            <a:avLst/>
          </a:prstGeom>
          <a:ln w="889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A5CAD5B1-42FD-23ED-3B90-E8D90408D0B3}"/>
              </a:ext>
            </a:extLst>
          </p:cNvPr>
          <p:cNvSpPr txBox="1"/>
          <p:nvPr/>
        </p:nvSpPr>
        <p:spPr>
          <a:xfrm>
            <a:off x="595155" y="1561933"/>
            <a:ext cx="270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600" dirty="0"/>
              <a:t>歌詞を事前に入力する</a:t>
            </a:r>
            <a:endParaRPr kumimoji="1" lang="en-US" altLang="ja-JP" sz="1600" dirty="0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7CFBF483-2E35-C112-DC16-BB7DDD00972E}"/>
              </a:ext>
            </a:extLst>
          </p:cNvPr>
          <p:cNvSpPr txBox="1"/>
          <p:nvPr/>
        </p:nvSpPr>
        <p:spPr>
          <a:xfrm>
            <a:off x="3805184" y="1552509"/>
            <a:ext cx="2002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600" dirty="0"/>
              <a:t>ボカロ語に変換</a:t>
            </a:r>
            <a:endParaRPr kumimoji="1" lang="en-US" altLang="ja-JP" sz="1600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4E9C6AD9-DFA3-F2B3-D5E1-85ADA1DB27DC}"/>
              </a:ext>
            </a:extLst>
          </p:cNvPr>
          <p:cNvSpPr txBox="1"/>
          <p:nvPr/>
        </p:nvSpPr>
        <p:spPr>
          <a:xfrm>
            <a:off x="562974" y="3982804"/>
            <a:ext cx="3173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検索：　　　　　置換：</a:t>
            </a:r>
            <a:endParaRPr kumimoji="1" lang="en-US" altLang="ja-JP" sz="1600" dirty="0"/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5723F8E1-30A1-FF55-AA28-816EAC2F91DA}"/>
              </a:ext>
            </a:extLst>
          </p:cNvPr>
          <p:cNvSpPr/>
          <p:nvPr/>
        </p:nvSpPr>
        <p:spPr>
          <a:xfrm>
            <a:off x="1310850" y="3995807"/>
            <a:ext cx="857634" cy="273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8A4C895-054F-D71F-9AB0-7C546A9166D7}"/>
              </a:ext>
            </a:extLst>
          </p:cNvPr>
          <p:cNvSpPr/>
          <p:nvPr/>
        </p:nvSpPr>
        <p:spPr>
          <a:xfrm>
            <a:off x="2903264" y="3997101"/>
            <a:ext cx="857634" cy="273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7" name="四角形: 角を丸くする 236">
            <a:extLst>
              <a:ext uri="{FF2B5EF4-FFF2-40B4-BE49-F238E27FC236}">
                <a16:creationId xmlns:a16="http://schemas.microsoft.com/office/drawing/2014/main" id="{A54CA4F3-F622-AAC6-9650-53961A150ADD}"/>
              </a:ext>
            </a:extLst>
          </p:cNvPr>
          <p:cNvSpPr/>
          <p:nvPr/>
        </p:nvSpPr>
        <p:spPr>
          <a:xfrm>
            <a:off x="3862647" y="4005080"/>
            <a:ext cx="864984" cy="316669"/>
          </a:xfrm>
          <a:prstGeom prst="roundRect">
            <a:avLst>
              <a:gd name="adj" fmla="val 226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次を検索</a:t>
            </a:r>
          </a:p>
        </p:txBody>
      </p:sp>
      <p:sp>
        <p:nvSpPr>
          <p:cNvPr id="238" name="四角形: 角を丸くする 237">
            <a:extLst>
              <a:ext uri="{FF2B5EF4-FFF2-40B4-BE49-F238E27FC236}">
                <a16:creationId xmlns:a16="http://schemas.microsoft.com/office/drawing/2014/main" id="{F47F38E3-64EF-8889-1645-A70BB33DE483}"/>
              </a:ext>
            </a:extLst>
          </p:cNvPr>
          <p:cNvSpPr/>
          <p:nvPr/>
        </p:nvSpPr>
        <p:spPr>
          <a:xfrm>
            <a:off x="4774575" y="3991982"/>
            <a:ext cx="1182259" cy="316669"/>
          </a:xfrm>
          <a:prstGeom prst="roundRect">
            <a:avLst>
              <a:gd name="adj" fmla="val 226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置換して次へ</a:t>
            </a:r>
          </a:p>
        </p:txBody>
      </p:sp>
      <p:sp>
        <p:nvSpPr>
          <p:cNvPr id="239" name="四角形: 角を丸くする 238">
            <a:extLst>
              <a:ext uri="{FF2B5EF4-FFF2-40B4-BE49-F238E27FC236}">
                <a16:creationId xmlns:a16="http://schemas.microsoft.com/office/drawing/2014/main" id="{BB4A18A8-0407-FDF9-AC34-FAD41A59DF40}"/>
              </a:ext>
            </a:extLst>
          </p:cNvPr>
          <p:cNvSpPr/>
          <p:nvPr/>
        </p:nvSpPr>
        <p:spPr>
          <a:xfrm>
            <a:off x="5996531" y="4000909"/>
            <a:ext cx="1044235" cy="316669"/>
          </a:xfrm>
          <a:prstGeom prst="roundRect">
            <a:avLst>
              <a:gd name="adj" fmla="val 2264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すべて置換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テキスト ボックス 239">
            <a:extLst>
              <a:ext uri="{FF2B5EF4-FFF2-40B4-BE49-F238E27FC236}">
                <a16:creationId xmlns:a16="http://schemas.microsoft.com/office/drawing/2014/main" id="{F57A57C5-64E2-BA42-0CF3-E1A64C9CF66F}"/>
              </a:ext>
            </a:extLst>
          </p:cNvPr>
          <p:cNvSpPr txBox="1"/>
          <p:nvPr/>
        </p:nvSpPr>
        <p:spPr>
          <a:xfrm>
            <a:off x="479893" y="4411532"/>
            <a:ext cx="2409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BPM (</a:t>
            </a:r>
            <a:r>
              <a:rPr lang="ja-JP" altLang="en-US" sz="1600" dirty="0"/>
              <a:t>空欄で自動推定</a:t>
            </a:r>
            <a:r>
              <a:rPr lang="en-US" altLang="ja-JP" sz="1600" dirty="0"/>
              <a:t>): </a:t>
            </a:r>
            <a:endParaRPr kumimoji="1" lang="en-US" altLang="ja-JP" sz="1600" dirty="0"/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10B2090-8C2D-DEC3-619A-0D39BDF3C4CC}"/>
              </a:ext>
            </a:extLst>
          </p:cNvPr>
          <p:cNvSpPr/>
          <p:nvPr/>
        </p:nvSpPr>
        <p:spPr>
          <a:xfrm>
            <a:off x="2823105" y="4455918"/>
            <a:ext cx="482039" cy="273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2" name="テキスト ボックス 241">
            <a:extLst>
              <a:ext uri="{FF2B5EF4-FFF2-40B4-BE49-F238E27FC236}">
                <a16:creationId xmlns:a16="http://schemas.microsoft.com/office/drawing/2014/main" id="{8458AEEC-2799-0D80-6025-25A655E004D4}"/>
              </a:ext>
            </a:extLst>
          </p:cNvPr>
          <p:cNvSpPr txBox="1"/>
          <p:nvPr/>
        </p:nvSpPr>
        <p:spPr>
          <a:xfrm>
            <a:off x="3397249" y="4323448"/>
            <a:ext cx="2254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/>
              <a:t>変換前にボーカル</a:t>
            </a:r>
            <a:br>
              <a:rPr lang="en-US" altLang="ja-JP" sz="1400" dirty="0"/>
            </a:br>
            <a:r>
              <a:rPr lang="ja-JP" altLang="en-US" sz="1400" dirty="0"/>
              <a:t>抽出を行う</a:t>
            </a:r>
            <a:r>
              <a:rPr lang="en-US" altLang="ja-JP" sz="1400" dirty="0"/>
              <a:t>(</a:t>
            </a:r>
            <a:r>
              <a:rPr lang="en-US" altLang="ja-JP" sz="1400" dirty="0" err="1"/>
              <a:t>Demucs</a:t>
            </a:r>
            <a:r>
              <a:rPr lang="en-US" altLang="ja-JP" sz="1400" dirty="0"/>
              <a:t>)</a:t>
            </a:r>
            <a:endParaRPr kumimoji="1" lang="en-US" altLang="ja-JP" sz="1400" dirty="0"/>
          </a:p>
        </p:txBody>
      </p:sp>
      <p:pic>
        <p:nvPicPr>
          <p:cNvPr id="244" name="グラフィックス 243" descr="歯車 1 つ 単色塗りつぶし">
            <a:extLst>
              <a:ext uri="{FF2B5EF4-FFF2-40B4-BE49-F238E27FC236}">
                <a16:creationId xmlns:a16="http://schemas.microsoft.com/office/drawing/2014/main" id="{B572B31E-8EFA-BA70-8821-F3625D44D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3295" y="1541139"/>
            <a:ext cx="321057" cy="321057"/>
          </a:xfrm>
          <a:prstGeom prst="rect">
            <a:avLst/>
          </a:prstGeom>
        </p:spPr>
      </p:pic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DDD0466E-3E2A-A9C7-C1D4-CECB0BD87748}"/>
              </a:ext>
            </a:extLst>
          </p:cNvPr>
          <p:cNvSpPr/>
          <p:nvPr/>
        </p:nvSpPr>
        <p:spPr>
          <a:xfrm>
            <a:off x="6603074" y="1532749"/>
            <a:ext cx="323021" cy="3230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484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247</Words>
  <Application>Microsoft Office PowerPoint</Application>
  <PresentationFormat>ワイド画面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承太郎 山崎</dc:creator>
  <cp:lastModifiedBy>承太郎 山崎</cp:lastModifiedBy>
  <cp:revision>110</cp:revision>
  <dcterms:created xsi:type="dcterms:W3CDTF">2026-09-10T01:56:05Z</dcterms:created>
  <dcterms:modified xsi:type="dcterms:W3CDTF">2026-09-10T10:33:03Z</dcterms:modified>
</cp:coreProperties>
</file>